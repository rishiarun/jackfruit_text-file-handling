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Text &amp; String Tools</a:t>
            </a:r>
          </a:p>
          <a:p>
            <a:r>
              <a:t>using Python (Tkinter GUI)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PCPS Jackfruit Mini-Project</a:t>
            </a:r>
          </a:p>
          <a:p/>
          <a:p>
            <a:r>
              <a:t>Word Frequency | Palindrome | Caesar Cipher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text analysis and encryption are inefficient.</a:t>
            </a:r>
          </a:p>
          <a:p>
            <a:r>
              <a:t>There is a need for a single GUI-based application</a:t>
            </a:r>
          </a:p>
          <a:p>
            <a:r>
              <a:t>to perform multiple string operations easily.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word frequency from text files</a:t>
            </a:r>
          </a:p>
          <a:p>
            <a:r>
              <a:t>• Check palindromes ignoring case &amp; symbols</a:t>
            </a:r>
          </a:p>
          <a:p>
            <a:r>
              <a:t>• Encrypt and decrypt text using Caesar Cipher</a:t>
            </a:r>
          </a:p>
          <a:p>
            <a:r>
              <a:t>• Demonstrate Python GUI programming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Tkinter (GUI)</a:t>
            </a:r>
          </a:p>
          <a:p>
            <a:r>
              <a:t>• collections.Counter</a:t>
            </a:r>
          </a:p>
          <a:p>
            <a:r>
              <a:t>• File handling &amp; string 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Tab-based GUI using Notebook</a:t>
            </a:r>
          </a:p>
          <a:p>
            <a:r>
              <a:t>• Modular program structure</a:t>
            </a:r>
          </a:p>
          <a:p>
            <a:r>
              <a:t>• Input validation and error handling</a:t>
            </a:r>
          </a:p>
          <a:p>
            <a:r>
              <a:t>• Clear separation of logic and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Structures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Strings – text manipulation</a:t>
            </a:r>
          </a:p>
          <a:p>
            <a:r>
              <a:t>• Lists – word processing</a:t>
            </a:r>
          </a:p>
          <a:p>
            <a:r>
              <a:t>• Dictionaries (Counter) – frequency 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1: Word Frequency Analyzer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Reads text file</a:t>
            </a:r>
          </a:p>
          <a:p>
            <a:r>
              <a:t>• Normalizes text</a:t>
            </a:r>
          </a:p>
          <a:p>
            <a:r>
              <a:t>• Counts word occurrences</a:t>
            </a:r>
          </a:p>
          <a:p>
            <a:r>
              <a:t>• Displays sorted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2: Palindrome Checker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Removes special characters</a:t>
            </a:r>
          </a:p>
          <a:p>
            <a:r>
              <a:t>• Ignores case sensitivity</a:t>
            </a:r>
          </a:p>
          <a:p>
            <a:r>
              <a:t>• Compares string with its reverse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3: Caesar Cipher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Uses shift-based encryption</a:t>
            </a:r>
          </a:p>
          <a:p>
            <a:r>
              <a:t>• Supports encryption &amp; decryption</a:t>
            </a:r>
          </a:p>
          <a:p>
            <a:r>
              <a:t>• Non-alphabet characters unchanged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Input /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Word Frequency: Text file → Word counts</a:t>
            </a:r>
          </a:p>
          <a:p>
            <a:r>
              <a:t>Palindrome: Madam → Palindrome ✓</a:t>
            </a:r>
          </a:p>
          <a:p>
            <a:r>
              <a:t>Caesar Cipher: HELLO (3) → KHOOR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 1: GUI Design</a:t>
            </a:r>
          </a:p>
          <a:p>
            <a:r>
              <a:t>Member 2: Word Frequency Logic</a:t>
            </a:r>
          </a:p>
          <a:p>
            <a:r>
              <a:t>Member 3: Palindrome Logic</a:t>
            </a:r>
          </a:p>
          <a:p>
            <a:r>
              <a:t>Member 4: Caesar Cipher Logic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Handling punctuation correctly</a:t>
            </a:r>
          </a:p>
          <a:p>
            <a:r>
              <a:t>• GUI alignment and layout</a:t>
            </a:r>
          </a:p>
          <a:p>
            <a:r>
              <a:t>• User input validation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for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more encryption algorithms</a:t>
            </a:r>
          </a:p>
          <a:p>
            <a:r>
              <a:t>• Improve UI design</a:t>
            </a:r>
          </a:p>
          <a:p>
            <a:r>
              <a:t>• Export results to files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built a GUI-based text tool</a:t>
            </a:r>
          </a:p>
          <a:p>
            <a:r>
              <a:t>• Demonstrates Python, Tkinter, and strings</a:t>
            </a:r>
          </a:p>
          <a:p>
            <a:r>
              <a:t>• Meets PCPS Jackfruit requirements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time!</a:t>
            </a:r>
          </a:p>
          <a:p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